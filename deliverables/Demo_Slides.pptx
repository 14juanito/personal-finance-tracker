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project: a Python personal finance tracker built for DATA 333. It has three interfaces — console, desktop and web dashboard — on top of one shared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goal and the scope: all course requirements plus the four enhancements (Tkinter GUI, JSON and CSV storage, budget alerts, Streamlit dashboard).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six feature groups. Point at the GUI screenshot: KPIs at the top, the monthly table, and alerts in red (exceeded) and orange (warning).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layers from top to bottom and why separating the UI from the logic made adding the GUI and dashboard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requirement from the brief is labelled in the code. Open one file, for example storage.py, to show a concept comment next to the try/except that recovers a corrupted JSON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one challenge to tell as a story — the dollar-sign bug is the most visual: it was only found by looking at the real rendered chart, not by the unit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the main takeaways; connect each one to a concrete moment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Summarise, show the four commands,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 b="1">
                <a:solidFill>
                  <a:srgbClr val="1B4332"/>
                </a:solidFill>
                <a:latin typeface="Calibri"/>
              </a:rPr>
              <a:t>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Personal Finance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118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5D5B2"/>
                </a:solidFill>
                <a:latin typeface="Calibri"/>
              </a:rPr>
              <a:t>Track, analyse and visualise personal finances with Python, pandas, Tkinter and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DATA 333 – Data Management &amp; Analysis · Bellevue College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[Student Name] · [Date]</a:t>
            </a:r>
          </a:p>
        </p:txBody>
      </p:sp>
      <p:pic>
        <p:nvPicPr>
          <p:cNvPr id="6" name="Picture 5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90662"/>
            <a:ext cx="5074920" cy="3876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4332"/>
                </a:solidFill>
                <a:latin typeface="Cambria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212B26"/>
                </a:solidFill>
                <a:latin typeface="Calibri"/>
              </a:rPr>
              <a:t>The problem. </a:t>
            </a:r>
            <a:r>
              <a:rPr sz="1700" b="0">
                <a:solidFill>
                  <a:srgbClr val="212B26"/>
                </a:solidFill>
                <a:latin typeface="Calibri"/>
              </a:rPr>
              <a:t>Students rarely know where their money goes each month.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12B26"/>
                </a:solidFill>
                <a:latin typeface="Calibri"/>
              </a:rPr>
              <a:t>The solution. </a:t>
            </a:r>
            <a:r>
              <a:rPr sz="1700" b="0">
                <a:solidFill>
                  <a:srgbClr val="212B26"/>
                </a:solidFill>
                <a:latin typeface="Calibri"/>
              </a:rPr>
              <a:t>Record income and expenses, categorise them, and turn them into summaries, trends, budget alerts and savings-goal progress.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12B26"/>
                </a:solidFill>
                <a:latin typeface="Calibri"/>
              </a:rPr>
              <a:t>Three ways in. </a:t>
            </a:r>
            <a:r>
              <a:rPr sz="1700" b="0">
                <a:solidFill>
                  <a:srgbClr val="212B26"/>
                </a:solidFill>
                <a:latin typeface="Calibri"/>
              </a:rPr>
              <a:t>A console menu, a Tkinter desktop app and a Streamlit dashboard — plus a demo mode that runs everything non-interactively.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12B26"/>
                </a:solidFill>
                <a:latin typeface="Calibri"/>
              </a:rPr>
              <a:t>Realistic data. </a:t>
            </a:r>
            <a:r>
              <a:rPr sz="1700" b="0">
                <a:solidFill>
                  <a:srgbClr val="212B26"/>
                </a:solidFill>
                <a:latin typeface="Calibri"/>
              </a:rPr>
              <a:t>A seeded generator creates 311 fictional transactions over six months, so every run and screenshot is reproducible.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5544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874519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2D6A4F"/>
                </a:solidFill>
                <a:latin typeface="Cambria"/>
              </a:rPr>
              <a:t>311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27889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C6B63"/>
                </a:solidFill>
                <a:latin typeface="Calibri"/>
              </a:rPr>
              <a:t>sample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5544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874519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2D6A4F"/>
                </a:solidFill>
                <a:latin typeface="Cambria"/>
              </a:rPr>
              <a:t>3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7889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C6B63"/>
                </a:solidFill>
                <a:latin typeface="Calibri"/>
              </a:rPr>
              <a:t>interfaces + demo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79476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41148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2D6A4F"/>
                </a:solidFill>
                <a:latin typeface="Cambria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502920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C6B63"/>
                </a:solidFill>
                <a:latin typeface="Calibri"/>
              </a:rPr>
              <a:t>automated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379476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41148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2D6A4F"/>
                </a:solidFill>
                <a:latin typeface="Cambria"/>
              </a:rPr>
              <a:t>97 %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02920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C6B63"/>
                </a:solidFill>
                <a:latin typeface="Calibri"/>
              </a:rPr>
              <a:t>test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4332"/>
                </a:solidFill>
                <a:latin typeface="Cambria"/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709928"/>
            <a:ext cx="566928" cy="5669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3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Add, edit, delete, search and filter — with validated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59" y="150876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77639" y="1709928"/>
            <a:ext cx="566928" cy="5669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169163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05740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Monthly summary, category shares, rolling trend, top expenses.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55848"/>
            <a:ext cx="566928" cy="5669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37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Budget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332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Warning at 80 %, exceeded at 100 % — shown instantly.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59" y="315468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77639" y="3355848"/>
            <a:ext cx="566928" cy="5669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337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Savings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70332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Targets, deadlines, contributions and 25/50/75/100 % milestones.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01768"/>
            <a:ext cx="566928" cy="5669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834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JSON +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4924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Atomic saves, CSV import/export, corrupted-file recovery.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59" y="480060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77639" y="5001768"/>
            <a:ext cx="566928" cy="5669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9834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534924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matplotlib PNGs in the GUI; interactive Plotly on the web.</a:t>
            </a:r>
          </a:p>
        </p:txBody>
      </p:sp>
      <p:pic>
        <p:nvPicPr>
          <p:cNvPr id="27" name="Picture 26" descr="gu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12212"/>
            <a:ext cx="4434840" cy="3010614"/>
          </a:xfrm>
          <a:prstGeom prst="rect">
            <a:avLst/>
          </a:prstGeom>
          <a:ln w="12700">
            <a:solidFill>
              <a:srgbClr val="C8D6CE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7223760" y="466344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C6B63"/>
                </a:solidFill>
                <a:latin typeface="Calibri"/>
              </a:rPr>
              <a:t>Tkinter GUI — Summary tab with colour-coded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4332"/>
                </a:solidFill>
                <a:latin typeface="Cambria"/>
              </a:rPr>
              <a:t>Architecture: one core, three interfaces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7637"/>
            <a:ext cx="6766560" cy="42456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645920"/>
            <a:ext cx="3931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212B26"/>
                </a:solidFill>
                <a:latin typeface="Calibri"/>
              </a:rPr>
              <a:t>Layers. </a:t>
            </a:r>
            <a:r>
              <a:rPr sz="1500" b="0">
                <a:solidFill>
                  <a:srgbClr val="212B26"/>
                </a:solidFill>
                <a:latin typeface="Calibri"/>
              </a:rPr>
              <a:t>Interfaces call the application logic, which relies on validated models and a single storage module.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12B26"/>
                </a:solidFill>
                <a:latin typeface="Calibri"/>
              </a:rPr>
              <a:t>Reuse. </a:t>
            </a:r>
            <a:r>
              <a:rPr sz="1500" b="0">
                <a:solidFill>
                  <a:srgbClr val="212B26"/>
                </a:solidFill>
                <a:latin typeface="Calibri"/>
              </a:rPr>
              <a:t>The same analytics and chart functions feed the CLI, GUI, dashboard and demo.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12B26"/>
                </a:solidFill>
                <a:latin typeface="Calibri"/>
              </a:rPr>
              <a:t>Testable. </a:t>
            </a:r>
            <a:r>
              <a:rPr sz="1500" b="0">
                <a:solidFill>
                  <a:srgbClr val="212B26"/>
                </a:solidFill>
                <a:latin typeface="Calibri"/>
              </a:rPr>
              <a:t>No logic lives in the UI, so it is unit tested without a screen.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12B26"/>
                </a:solidFill>
                <a:latin typeface="Calibri"/>
              </a:rPr>
              <a:t>Portable. </a:t>
            </a:r>
            <a:r>
              <a:rPr sz="1500" b="0">
                <a:solidFill>
                  <a:srgbClr val="212B26"/>
                </a:solidFill>
                <a:latin typeface="Calibri"/>
              </a:rPr>
              <a:t>All paths come from pathlib in config.py — nothing hard-coded.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4332"/>
                </a:solidFill>
                <a:latin typeface="Cambria"/>
              </a:rPr>
              <a:t>Course concepts in the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Input /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cli.py — prompts, aligned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46304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79" y="1600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19659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alerts.budget_level — if / elif / else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600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19659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re-prompt until a valid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parse_amount, analytics.*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65176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2788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154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storage.py — json, csv, pathlib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65176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788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Exceptions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154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custom classes, corrupted-file recovery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77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FinanceTracker.transactions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84048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79" y="3977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Dictionaries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4343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budgets, goals, menu dispatch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84048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977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343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unique categories, missing CSV columns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92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66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532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dataclasses + FinanceTracker class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79" y="50292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79" y="5166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pandas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5532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B63"/>
                </a:solidFill>
                <a:latin typeface="Calibri"/>
              </a:rPr>
              <a:t>pivot_table, groupby, rolling, pct_change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50292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5166360"/>
            <a:ext cx="3154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Each one is tagged with a  # Concept:  comment in the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4332"/>
                </a:solidFill>
                <a:latin typeface="Cambria"/>
              </a:rPr>
              <a:t>Challenges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14173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3A48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D6A4F"/>
                </a:solidFill>
                <a:latin typeface="Calibri"/>
              </a:rPr>
              <a:t>SOLUTION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1965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4332"/>
                </a:solidFill>
                <a:latin typeface="Calibri"/>
              </a:rPr>
              <a:t>Money text turned into math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4114800" cy="128016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65960"/>
            <a:ext cx="37490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B26"/>
                </a:solidFill>
                <a:latin typeface="Calibri"/>
              </a:rPr>
              <a:t>"$1,850 / $3,000" rendered as LaTeX in matplotlib and Streamlit.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3959352" cy="128016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36118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B26"/>
                </a:solidFill>
                <a:latin typeface="Calibri"/>
              </a:rPr>
              <a:t>Escape the dollar signs; regression tests.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20440"/>
            <a:ext cx="1965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4332"/>
                </a:solidFill>
                <a:latin typeface="Calibri"/>
              </a:rPr>
              <a:t>Exception caught by the wrong handler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337560"/>
            <a:ext cx="4114800" cy="128016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474720"/>
            <a:ext cx="37490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B26"/>
                </a:solidFill>
                <a:latin typeface="Calibri"/>
              </a:rPr>
              <a:t>Our StorageError is an OSError, so a generic handler re-wrapped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337560"/>
            <a:ext cx="3959352" cy="128016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474720"/>
            <a:ext cx="36118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B26"/>
                </a:solidFill>
                <a:latin typeface="Calibri"/>
              </a:rPr>
              <a:t>Re-raise it first — handlers match in order.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166359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29200"/>
            <a:ext cx="1965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4332"/>
                </a:solidFill>
                <a:latin typeface="Calibri"/>
              </a:rPr>
              <a:t>Unreadable GUI on a HiDPI screen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846320"/>
            <a:ext cx="4114800" cy="128016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983480"/>
            <a:ext cx="37490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B26"/>
                </a:solidFill>
                <a:latin typeface="Calibri"/>
              </a:rPr>
              <a:t>Tk scaled fonts but not row heights; chart text was tiny.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846320"/>
            <a:ext cx="3959352" cy="128016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983480"/>
            <a:ext cx="36118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12B26"/>
                </a:solidFill>
                <a:latin typeface="Calibri"/>
              </a:rPr>
              <a:t>Scale factor from the real font height; chart dpi.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4332"/>
                </a:solidFill>
                <a:latin typeface="Cambria"/>
              </a:rPr>
              <a:t>What I learned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4332"/>
                </a:solidFill>
                <a:latin typeface="Calibri"/>
              </a:rPr>
              <a:t>Validate once, at the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2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C6B63"/>
                </a:solidFill>
                <a:latin typeface="Calibri"/>
              </a:rPr>
              <a:t>__post_init__ checks every value, so the rest of the code can trust its data.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{}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4332"/>
                </a:solidFill>
                <a:latin typeface="Calibri"/>
              </a:rPr>
              <a:t>Pick the right data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C6B63"/>
                </a:solidFill>
                <a:latin typeface="Calibri"/>
              </a:rPr>
              <a:t>List for order, dictionary for lookup by name, set for uniqueness.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4332"/>
                </a:solidFill>
                <a:latin typeface="Calibri"/>
              </a:rPr>
              <a:t>pandas replaces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C6B63"/>
                </a:solidFill>
                <a:latin typeface="Calibri"/>
              </a:rPr>
              <a:t>One groupby or pivot_table does what dozens of lines used to — but handle empty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66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4332"/>
                </a:solidFill>
                <a:latin typeface="Calibri"/>
              </a:rPr>
              <a:t>Look at the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77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C6B63"/>
                </a:solidFill>
                <a:latin typeface="Calibri"/>
              </a:rPr>
              <a:t>Screenshots found bugs that 100 passing unit tests did not.</a:t>
            </a:r>
          </a:p>
        </p:txBody>
      </p:sp>
      <p:pic>
        <p:nvPicPr>
          <p:cNvPr id="15" name="Picture 14" descr="cl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79626"/>
            <a:ext cx="4800600" cy="3607308"/>
          </a:xfrm>
          <a:prstGeom prst="rect">
            <a:avLst/>
          </a:prstGeom>
          <a:ln w="12700">
            <a:solidFill>
              <a:srgbClr val="C8D6C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858000" y="54406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C6B63"/>
                </a:solidFill>
                <a:latin typeface="Calibri"/>
              </a:rPr>
              <a:t>CLI mode — monthly summary with category shares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669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Complete. </a:t>
            </a:r>
            <a:r>
              <a:rPr sz="1700" b="0">
                <a:solidFill>
                  <a:srgbClr val="FFFFFF"/>
                </a:solidFill>
                <a:latin typeface="Calibri"/>
              </a:rPr>
              <a:t>Every course requirement and all four enhancements are implemented.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Reliable. </a:t>
            </a:r>
            <a:r>
              <a:rPr sz="1700" b="0">
                <a:solidFill>
                  <a:srgbClr val="FFFFFF"/>
                </a:solidFill>
                <a:latin typeface="Calibri"/>
              </a:rPr>
              <a:t>100 tests, 97 % coverage, ruff-clean code, graceful error handling.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Reusable. </a:t>
            </a:r>
            <a:r>
              <a:rPr sz="1700" b="0">
                <a:solidFill>
                  <a:srgbClr val="FFFFFF"/>
                </a:solidFill>
                <a:latin typeface="Calibri"/>
              </a:rPr>
              <a:t>One tested core powers the console, desktop and web interfaces.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Next. </a:t>
            </a:r>
            <a:r>
              <a:rPr sz="1700" b="0">
                <a:solidFill>
                  <a:srgbClr val="FFFFFF"/>
                </a:solidFill>
                <a:latin typeface="Calibri"/>
              </a:rPr>
              <a:t>Recurring transactions, bank-statement import, spending forecasts.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645920"/>
            <a:ext cx="4965192" cy="329184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9C46A"/>
                </a:solidFill>
                <a:latin typeface="Calibri"/>
              </a:rPr>
              <a:t>Try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331720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python main.py demo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python main.py cli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python main.py gui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streamlit run finance_tracker/dashboard.py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95D5B2"/>
                </a:solidFill>
                <a:latin typeface="Cambria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